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sldIdLst/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mbria Math" panose="02040503050406030204" pitchFamily="18" charset="0"/>
      <p:regular r:id="rId21"/>
    </p:embeddedFont>
    <p:embeddedFont>
      <p:font typeface="SimSun" panose="02010600030101010101" pitchFamily="2" charset="-122"/>
      <p:regular r:id="rId22"/>
    </p:embeddedFont>
  </p:embeddedFontLst>
  <p:defaultTextStyle>
    <a:defPPr>
      <a:defRPr lang="uk-UA"/>
    </a:defPPr>
    <a:lvl1pPr marL="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>
      <a:defRPr sz="14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6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21" Type="http://schemas.openxmlformats.org/officeDocument/2006/relationships/font" Target="fonts/font5.fntdata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19" Type="http://schemas.openxmlformats.org/officeDocument/2006/relationships/font" Target="fonts/font3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00554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190599645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E3B2F75-EF3E-4691-8386-55267039DD56}" type="datetimeFigureOut">
              <a:rPr lang="uk-UA"/>
              <a:t>17.09.2026</a:t>
            </a:fld>
            <a:endParaRPr lang="uk-UA"/>
          </a:p>
        </p:txBody>
      </p:sp>
      <p:sp>
        <p:nvSpPr>
          <p:cNvPr id="1153130218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uk-UA"/>
          </a:p>
        </p:txBody>
      </p:sp>
      <p:sp>
        <p:nvSpPr>
          <p:cNvPr id="909864712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uk-UA"/>
          </a:p>
        </p:txBody>
      </p:sp>
      <p:sp>
        <p:nvSpPr>
          <p:cNvPr id="37509662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870344296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BE5A9E3-5CE7-4B54-B336-C7CFBF9DDC97}" type="slidenum">
              <a:rPr lang="uk-UA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979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>
      <a:defRPr sz="9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ий слайд"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083932" name="Picture 3" descr="D:\КПИ\works\_ДНВР\Брендбук КПИ\Ресурс 39.png"/>
          <p:cNvPicPr>
            <a:picLocks noChangeAspect="1" noChangeArrowheads="1"/>
          </p:cNvPicPr>
          <p:nvPr userDrawn="1"/>
        </p:nvPicPr>
        <p:blipFill rotWithShape="1">
          <a:blip r:embed="rId2"/>
          <a:stretch/>
        </p:blipFill>
        <p:spPr bwMode="auto">
          <a:xfrm>
            <a:off x="2306113" y="1282727"/>
            <a:ext cx="4531775" cy="257804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(варіант 1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421330" name="Прямокутник 5"/>
          <p:cNvSpPr/>
          <p:nvPr userDrawn="1"/>
        </p:nvSpPr>
        <p:spPr bwMode="auto"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defRPr/>
            </a:pPr>
            <a:endParaRPr lang="uk-UA"/>
          </a:p>
        </p:txBody>
      </p:sp>
      <p:sp>
        <p:nvSpPr>
          <p:cNvPr id="739579011" name="Місце для тексту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8414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ЗАГОЛОВКУ</a:t>
            </a:r>
            <a:endParaRPr/>
          </a:p>
        </p:txBody>
      </p:sp>
      <p:sp>
        <p:nvSpPr>
          <p:cNvPr id="148633937" name="Місце для тексту 8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підзаголовок  або приберіть його</a:t>
            </a:r>
            <a:endParaRPr/>
          </a:p>
        </p:txBody>
      </p:sp>
      <p:sp>
        <p:nvSpPr>
          <p:cNvPr id="1757486814" name="Місце для тексту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слайду або вставте нове текстове поле</a:t>
            </a:r>
            <a:endParaRPr/>
          </a:p>
        </p:txBody>
      </p:sp>
      <p:pic>
        <p:nvPicPr>
          <p:cNvPr id="1879945221" name="Рисунок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5778" y="4676873"/>
            <a:ext cx="297696" cy="398253"/>
          </a:xfrm>
          <a:prstGeom prst="rect">
            <a:avLst/>
          </a:prstGeom>
        </p:spPr>
      </p:pic>
      <p:sp>
        <p:nvSpPr>
          <p:cNvPr id="1357812224" name="TextBox 10"/>
          <p:cNvSpPr txBox="1"/>
          <p:nvPr userDrawn="1"/>
        </p:nvSpPr>
        <p:spPr bwMode="auto">
          <a:xfrm>
            <a:off x="672641" y="4714417"/>
            <a:ext cx="3213860" cy="32316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>
              <a:defRPr/>
            </a:pPr>
            <a:r>
              <a:rPr lang="uk-UA" sz="800" b="1">
                <a:solidFill>
                  <a:schemeClr val="bg1"/>
                </a:solidFill>
                <a:latin typeface="Exo 2"/>
              </a:rPr>
              <a:t>Національний технічний університет України</a:t>
            </a:r>
            <a:r>
              <a:rPr lang="en-US" sz="800" b="1">
                <a:solidFill>
                  <a:schemeClr val="bg1"/>
                </a:solidFill>
                <a:latin typeface="Exo 2"/>
              </a:rPr>
              <a:t/>
            </a:r>
            <a:br>
              <a:rPr lang="en-US" sz="800" b="1">
                <a:solidFill>
                  <a:schemeClr val="bg1"/>
                </a:solidFill>
                <a:latin typeface="Exo 2"/>
              </a:rPr>
            </a:br>
            <a:r>
              <a:rPr lang="uk-UA" sz="800" b="1">
                <a:solidFill>
                  <a:schemeClr val="bg1"/>
                </a:solidFill>
                <a:latin typeface="Exo 2"/>
              </a:rPr>
              <a:t>«Київський політехнічний інститут імені Ігоря Сікорського»</a:t>
            </a:r>
            <a:endParaRPr lang="uk-UA" sz="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(варіант 2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048753" name="Прямокутник 5"/>
          <p:cNvSpPr/>
          <p:nvPr userDrawn="1"/>
        </p:nvSpPr>
        <p:spPr bwMode="auto"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defRPr/>
            </a:pPr>
            <a:endParaRPr lang="uk-UA"/>
          </a:p>
        </p:txBody>
      </p:sp>
      <p:sp>
        <p:nvSpPr>
          <p:cNvPr id="1144531309" name="Місце для тексту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8414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ЗАГОЛОВКУ</a:t>
            </a:r>
            <a:endParaRPr/>
          </a:p>
        </p:txBody>
      </p:sp>
      <p:sp>
        <p:nvSpPr>
          <p:cNvPr id="1936078878" name="Місце для тексту 8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підзаголовок  або приберіть його</a:t>
            </a:r>
            <a:endParaRPr/>
          </a:p>
        </p:txBody>
      </p:sp>
      <p:sp>
        <p:nvSpPr>
          <p:cNvPr id="909244480" name="Місце для тексту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слайду або вставте нове текстове поле</a:t>
            </a:r>
            <a:endParaRPr/>
          </a:p>
        </p:txBody>
      </p:sp>
      <p:sp>
        <p:nvSpPr>
          <p:cNvPr id="1079419549" name="TextBox 12"/>
          <p:cNvSpPr txBox="1"/>
          <p:nvPr userDrawn="1"/>
        </p:nvSpPr>
        <p:spPr bwMode="auto">
          <a:xfrm>
            <a:off x="921410" y="4818324"/>
            <a:ext cx="7288391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defRPr/>
            </a:pPr>
            <a:r>
              <a:rPr lang="uk-UA" sz="900" b="1">
                <a:solidFill>
                  <a:schemeClr val="bg1"/>
                </a:solidFill>
                <a:latin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lang="uk-UA" sz="900">
              <a:solidFill>
                <a:schemeClr val="bg1"/>
              </a:solidFill>
            </a:endParaRPr>
          </a:p>
        </p:txBody>
      </p:sp>
      <p:pic>
        <p:nvPicPr>
          <p:cNvPr id="1079875606" name="Рисунок 1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57476" y="4431571"/>
            <a:ext cx="483610" cy="646966"/>
          </a:xfrm>
          <a:prstGeom prst="rect">
            <a:avLst/>
          </a:prstGeom>
        </p:spPr>
      </p:pic>
      <p:pic>
        <p:nvPicPr>
          <p:cNvPr id="2087984654" name="Рисунок 14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10706" y="4479309"/>
            <a:ext cx="377149" cy="551491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(варіант 3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0243" name="Прямокутник 5"/>
          <p:cNvSpPr/>
          <p:nvPr userDrawn="1"/>
        </p:nvSpPr>
        <p:spPr bwMode="auto"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defRPr/>
            </a:pPr>
            <a:endParaRPr lang="uk-UA"/>
          </a:p>
        </p:txBody>
      </p:sp>
      <p:sp>
        <p:nvSpPr>
          <p:cNvPr id="452819320" name="Місце для тексту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8414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ЗАГОЛОВКУ</a:t>
            </a:r>
            <a:endParaRPr/>
          </a:p>
        </p:txBody>
      </p:sp>
      <p:sp>
        <p:nvSpPr>
          <p:cNvPr id="893382101" name="Місце для тексту 8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підзаголовок  або приберіть його</a:t>
            </a:r>
            <a:endParaRPr/>
          </a:p>
        </p:txBody>
      </p:sp>
      <p:sp>
        <p:nvSpPr>
          <p:cNvPr id="1310283744" name="Місце для тексту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слайду або вставте нове текстове поле</a:t>
            </a:r>
            <a:endParaRPr/>
          </a:p>
        </p:txBody>
      </p:sp>
      <p:grpSp>
        <p:nvGrpSpPr>
          <p:cNvPr id="2139051601" name="Группа 1"/>
          <p:cNvGrpSpPr/>
          <p:nvPr userDrawn="1"/>
        </p:nvGrpSpPr>
        <p:grpSpPr bwMode="auto">
          <a:xfrm>
            <a:off x="8211852" y="4425177"/>
            <a:ext cx="483610" cy="646966"/>
            <a:chOff x="8296291" y="4126103"/>
            <a:chExt cx="662832" cy="886727"/>
          </a:xfrm>
        </p:grpSpPr>
        <p:pic>
          <p:nvPicPr>
            <p:cNvPr id="9" name="Рисунок 8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8296291" y="4126103"/>
              <a:ext cx="662832" cy="886727"/>
            </a:xfrm>
            <a:prstGeom prst="rect">
              <a:avLst/>
            </a:prstGeom>
          </p:spPr>
        </p:pic>
        <p:pic>
          <p:nvPicPr>
            <p:cNvPr id="12" name="Рисунок 11"/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8369248" y="4191533"/>
              <a:ext cx="516917" cy="755869"/>
            </a:xfrm>
            <a:prstGeom prst="rect">
              <a:avLst/>
            </a:prstGeom>
          </p:spPr>
        </p:pic>
      </p:grpSp>
      <p:sp>
        <p:nvSpPr>
          <p:cNvPr id="1020133672" name="TextBox 12"/>
          <p:cNvSpPr txBox="1"/>
          <p:nvPr userDrawn="1"/>
        </p:nvSpPr>
        <p:spPr bwMode="auto">
          <a:xfrm>
            <a:off x="346529" y="4835698"/>
            <a:ext cx="7288391" cy="21544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defRPr/>
            </a:pPr>
            <a:r>
              <a:rPr lang="uk-UA" sz="900" b="1">
                <a:solidFill>
                  <a:schemeClr val="bg1"/>
                </a:solidFill>
                <a:latin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lang="uk-UA" sz="90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(варіант 4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2208443" name="Рисунок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8348542" y="4189155"/>
            <a:ext cx="615078" cy="822842"/>
          </a:xfrm>
          <a:prstGeom prst="rect">
            <a:avLst/>
          </a:prstGeom>
        </p:spPr>
      </p:pic>
      <p:pic>
        <p:nvPicPr>
          <p:cNvPr id="54242646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274387" y="4534779"/>
            <a:ext cx="296688" cy="433838"/>
          </a:xfrm>
          <a:prstGeom prst="rect">
            <a:avLst/>
          </a:prstGeom>
        </p:spPr>
      </p:pic>
      <p:sp>
        <p:nvSpPr>
          <p:cNvPr id="1678894995" name="TextBox 10"/>
          <p:cNvSpPr txBox="1"/>
          <p:nvPr userDrawn="1"/>
        </p:nvSpPr>
        <p:spPr bwMode="auto">
          <a:xfrm>
            <a:off x="571075" y="4578573"/>
            <a:ext cx="3489177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>
              <a:defRPr/>
            </a:pPr>
            <a:r>
              <a:rPr lang="uk-UA" sz="900" b="1">
                <a:solidFill>
                  <a:srgbClr val="1B3A6E"/>
                </a:solidFill>
                <a:latin typeface="Exo 2"/>
              </a:rPr>
              <a:t>Національний технічний університет України</a:t>
            </a:r>
            <a:r>
              <a:rPr lang="en-US" sz="900" b="1">
                <a:solidFill>
                  <a:srgbClr val="1B3A6E"/>
                </a:solidFill>
                <a:latin typeface="Exo 2"/>
              </a:rPr>
              <a:t/>
            </a:r>
            <a:br>
              <a:rPr lang="en-US" sz="900" b="1">
                <a:solidFill>
                  <a:srgbClr val="1B3A6E"/>
                </a:solidFill>
                <a:latin typeface="Exo 2"/>
              </a:rPr>
            </a:br>
            <a:r>
              <a:rPr lang="uk-UA" sz="900" b="1">
                <a:solidFill>
                  <a:srgbClr val="1B3A6E"/>
                </a:solidFill>
                <a:latin typeface="Exo 2"/>
              </a:rPr>
              <a:t>«Київський політехнічний інститут імені Ігоря Сікорського»</a:t>
            </a:r>
            <a:endParaRPr lang="uk-UA" sz="900" b="1">
              <a:solidFill>
                <a:srgbClr val="1B3A6E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(варіант 5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677919" name="Місце для тексту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8414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ЗАГОЛОВКУ</a:t>
            </a:r>
            <a:endParaRPr/>
          </a:p>
        </p:txBody>
      </p:sp>
      <p:sp>
        <p:nvSpPr>
          <p:cNvPr id="1041561203" name="Місце для тексту 8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1B3A6E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підзаголовок  або приберіть його</a:t>
            </a:r>
            <a:endParaRPr/>
          </a:p>
        </p:txBody>
      </p:sp>
      <p:sp>
        <p:nvSpPr>
          <p:cNvPr id="2033903920" name="Місце для тексту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слайду або вставте нове текстове поле</a:t>
            </a:r>
            <a:endParaRPr/>
          </a:p>
        </p:txBody>
      </p:sp>
      <p:pic>
        <p:nvPicPr>
          <p:cNvPr id="667871870" name="Рисунок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8399230" y="4341801"/>
            <a:ext cx="393100" cy="57481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(варіант 6)"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005909" name="Місце для тексту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8414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>
                <a:solidFill>
                  <a:schemeClr val="bg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ЗАГОЛОВКУ</a:t>
            </a:r>
            <a:endParaRPr/>
          </a:p>
        </p:txBody>
      </p:sp>
      <p:sp>
        <p:nvSpPr>
          <p:cNvPr id="625851622" name="Місце для тексту 8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підзаголовок  або приберіть його</a:t>
            </a:r>
            <a:endParaRPr/>
          </a:p>
        </p:txBody>
      </p:sp>
      <p:sp>
        <p:nvSpPr>
          <p:cNvPr id="416267250" name="Місце для тексту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Exo 2"/>
              </a:defRPr>
            </a:lvl1pPr>
          </a:lstStyle>
          <a:p>
            <a:pPr lvl="0">
              <a:defRPr/>
            </a:pPr>
            <a:r>
              <a:rPr lang="uk-UA"/>
              <a:t>Відредагуйте текст слайду або вставте нове текстове поле</a:t>
            </a:r>
            <a:endParaRPr/>
          </a:p>
        </p:txBody>
      </p:sp>
      <p:pic>
        <p:nvPicPr>
          <p:cNvPr id="415703917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8380048" y="4341801"/>
            <a:ext cx="429679" cy="57481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40310" name="Місце для заголовка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pPr>
              <a:defRPr/>
            </a:pPr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85837301" name="Місце для тексту 2"/>
          <p:cNvSpPr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>
              <a:defRPr/>
            </a:pPr>
            <a:r>
              <a:rPr lang="uk-UA"/>
              <a:t>Відредагуйте стиль зразка тексту</a:t>
            </a:r>
            <a:endParaRPr/>
          </a:p>
          <a:p>
            <a:pPr lvl="1">
              <a:defRPr/>
            </a:pPr>
            <a:r>
              <a:rPr lang="uk-UA"/>
              <a:t>Другий рівень</a:t>
            </a:r>
            <a:endParaRPr/>
          </a:p>
          <a:p>
            <a:pPr lvl="2">
              <a:defRPr/>
            </a:pPr>
            <a:r>
              <a:rPr lang="uk-UA"/>
              <a:t>Третій рівень</a:t>
            </a:r>
            <a:endParaRPr/>
          </a:p>
          <a:p>
            <a:pPr lvl="3">
              <a:defRPr/>
            </a:pPr>
            <a:r>
              <a:rPr lang="uk-UA"/>
              <a:t>Четвертий рівень</a:t>
            </a:r>
            <a:endParaRPr/>
          </a:p>
          <a:p>
            <a:pPr lvl="4">
              <a:defRPr/>
            </a:pPr>
            <a:r>
              <a:rPr lang="uk-UA"/>
              <a:t>П’ятий рівень</a:t>
            </a:r>
            <a:endParaRPr/>
          </a:p>
        </p:txBody>
      </p:sp>
      <p:sp>
        <p:nvSpPr>
          <p:cNvPr id="432508450" name="Місце для дати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77E5DB-DAD9-4015-9815-37961B3C6DF5}" type="datetime1">
              <a:rPr lang="uk-UA"/>
              <a:t>17.09.2026</a:t>
            </a:fld>
            <a:endParaRPr lang="uk-UA"/>
          </a:p>
        </p:txBody>
      </p:sp>
      <p:sp>
        <p:nvSpPr>
          <p:cNvPr id="1214246577" name="Місце для нижнього колонтитула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1320377319" name="Місце для номера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125B78-055B-44A9-8427-3B63AE59F781}" type="slidenum">
              <a:rPr lang="uk-UA"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5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4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Arial"/>
        <a:cs typeface="Arial"/>
      </a:majorFont>
      <a:minorFont>
        <a:latin typeface="Exo 2"/>
        <a:ea typeface="Arial"/>
        <a:cs typeface="Arial"/>
      </a:minorFont>
    </a:fontScheme>
    <a:fmtScheme name="Офіс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</vt:vector>
  </HeadingPairs>
  <TitlesOfParts>
    <vt:vector size="6" baseType="lpstr">
      <vt:lpstr>Calibri</vt:lpstr>
      <vt:lpstr>Cambria Math</vt:lpstr>
      <vt:lpstr>Arial</vt:lpstr>
      <vt:lpstr>Times New Roman</vt:lpstr>
      <vt:lpstr>Exo 2</vt:lpstr>
      <vt:lpstr>SimSun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81</cp:revision>
  <dcterms:created xsi:type="dcterms:W3CDTF">2020-04-02T13:49:33Z</dcterms:created>
  <dcterms:modified xsi:type="dcterms:W3CDTF">2026-09-17T10:21:01Z</dcterms:modified>
</cp:coreProperties>
</file>